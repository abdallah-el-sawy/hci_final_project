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772A-09E5-4B30-9838-BEECB1B5297A}" type="datetimeFigureOut">
              <a:rPr lang="ar-EG" smtClean="0"/>
              <a:t>28/06/1447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F1D9-30FC-47E3-8E37-EF41C73E152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506815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772A-09E5-4B30-9838-BEECB1B5297A}" type="datetimeFigureOut">
              <a:rPr lang="ar-EG" smtClean="0"/>
              <a:t>28/06/1447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F1D9-30FC-47E3-8E37-EF41C73E152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221611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772A-09E5-4B30-9838-BEECB1B5297A}" type="datetimeFigureOut">
              <a:rPr lang="ar-EG" smtClean="0"/>
              <a:t>28/06/1447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F1D9-30FC-47E3-8E37-EF41C73E152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8030319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772A-09E5-4B30-9838-BEECB1B5297A}" type="datetimeFigureOut">
              <a:rPr lang="ar-EG" smtClean="0"/>
              <a:t>28/06/1447</a:t>
            </a:fld>
            <a:endParaRPr lang="ar-EG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F1D9-30FC-47E3-8E37-EF41C73E152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091952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772A-09E5-4B30-9838-BEECB1B5297A}" type="datetimeFigureOut">
              <a:rPr lang="ar-EG" smtClean="0"/>
              <a:t>28/06/1447</a:t>
            </a:fld>
            <a:endParaRPr lang="ar-E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F1D9-30FC-47E3-8E37-EF41C73E1524}" type="slidenum">
              <a:rPr lang="ar-EG" smtClean="0"/>
              <a:t>‹#›</a:t>
            </a:fld>
            <a:endParaRPr lang="ar-EG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95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772A-09E5-4B30-9838-BEECB1B5297A}" type="datetimeFigureOut">
              <a:rPr lang="ar-EG" smtClean="0"/>
              <a:t>28/06/1447</a:t>
            </a:fld>
            <a:endParaRPr lang="ar-E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F1D9-30FC-47E3-8E37-EF41C73E152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92973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772A-09E5-4B30-9838-BEECB1B5297A}" type="datetimeFigureOut">
              <a:rPr lang="ar-EG" smtClean="0"/>
              <a:t>28/06/1447</a:t>
            </a:fld>
            <a:endParaRPr lang="ar-E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F1D9-30FC-47E3-8E37-EF41C73E152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41047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772A-09E5-4B30-9838-BEECB1B5297A}" type="datetimeFigureOut">
              <a:rPr lang="ar-EG" smtClean="0"/>
              <a:t>28/06/1447</a:t>
            </a:fld>
            <a:endParaRPr lang="ar-EG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ar-EG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F1D9-30FC-47E3-8E37-EF41C73E152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83845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F34772A-09E5-4B30-9838-BEECB1B5297A}" type="datetimeFigureOut">
              <a:rPr lang="ar-EG" smtClean="0"/>
              <a:t>28/06/1447</a:t>
            </a:fld>
            <a:endParaRPr lang="ar-EG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ar-EG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F1D9-30FC-47E3-8E37-EF41C73E152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603709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772A-09E5-4B30-9838-BEECB1B5297A}" type="datetimeFigureOut">
              <a:rPr lang="ar-EG" smtClean="0"/>
              <a:t>28/06/1447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F1D9-30FC-47E3-8E37-EF41C73E152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373973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4772A-09E5-4B30-9838-BEECB1B5297A}" type="datetimeFigureOut">
              <a:rPr lang="ar-EG" smtClean="0"/>
              <a:t>28/06/1447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5F1D9-30FC-47E3-8E37-EF41C73E152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70600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F34772A-09E5-4B30-9838-BEECB1B5297A}" type="datetimeFigureOut">
              <a:rPr lang="ar-EG" smtClean="0"/>
              <a:t>28/06/1447</a:t>
            </a:fld>
            <a:endParaRPr lang="ar-E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495F1D9-30FC-47E3-8E37-EF41C73E152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17783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1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r" defTabSz="914400" rtl="1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r" defTabSz="914400" rtl="1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r" defTabSz="914400" rtl="1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r" defTabSz="914400" rtl="1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r" defTabSz="914400" rtl="1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r" defTabSz="914400" rtl="1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r" defTabSz="914400" rtl="1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r" defTabSz="914400" rtl="1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CF58B-0FB0-7CE1-E46F-EB127D5B1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3250BE4-625D-2CA8-F831-4612931FF4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904" y="557281"/>
            <a:ext cx="11193193" cy="5327953"/>
          </a:xfrm>
        </p:spPr>
        <p:txBody>
          <a:bodyPr>
            <a:normAutofit/>
          </a:bodyPr>
          <a:lstStyle/>
          <a:p>
            <a:r>
              <a:rPr lang="ar-EG" sz="2800" b="1" dirty="0"/>
              <a:t>عبدالله الصاوي اسماعيل محمد البديوي  </a:t>
            </a:r>
            <a:r>
              <a:rPr lang="en-US" sz="2800" b="1" dirty="0"/>
              <a:t>C3 -28 - 2023134</a:t>
            </a:r>
          </a:p>
          <a:p>
            <a:r>
              <a:rPr lang="ar-EG" sz="2800" b="1" dirty="0"/>
              <a:t>احمد مصطفي عامر الخولي  </a:t>
            </a:r>
            <a:r>
              <a:rPr lang="en-US" sz="2800" b="1" dirty="0"/>
              <a:t>C1 -29 - 2023029</a:t>
            </a:r>
          </a:p>
          <a:p>
            <a:r>
              <a:rPr lang="ar-EG" sz="2800" b="1" dirty="0"/>
              <a:t>عبدالرحمن محمد مدحت السيد عبدالفتاح  </a:t>
            </a:r>
            <a:r>
              <a:rPr lang="en-US" sz="2800" b="1" dirty="0"/>
              <a:t>C3 -26 - 2023132</a:t>
            </a:r>
          </a:p>
          <a:p>
            <a:r>
              <a:rPr lang="ar-EG" sz="2800" b="1" dirty="0"/>
              <a:t>محمد حمدي احمد السيد سليم </a:t>
            </a:r>
            <a:r>
              <a:rPr lang="en-US" sz="2800" b="1" dirty="0"/>
              <a:t>C4 -16 - 2023172</a:t>
            </a:r>
          </a:p>
          <a:p>
            <a:pPr algn="l"/>
            <a:endParaRPr lang="ar-EG" dirty="0"/>
          </a:p>
          <a:p>
            <a:pPr algn="l"/>
            <a:endParaRPr lang="ar-EG" dirty="0"/>
          </a:p>
          <a:p>
            <a:pPr algn="l"/>
            <a:endParaRPr lang="ar-EG" dirty="0"/>
          </a:p>
          <a:p>
            <a:pPr algn="l"/>
            <a:r>
              <a:rPr lang="ar-EG" dirty="0"/>
              <a:t>		</a:t>
            </a:r>
            <a:r>
              <a:rPr lang="en-US" sz="2800" b="1" dirty="0"/>
              <a:t>Egypt National Railways UI/UX Redesign App</a:t>
            </a:r>
            <a:r>
              <a:rPr lang="ar-EG" sz="2800" b="1" dirty="0"/>
              <a:t>   </a:t>
            </a:r>
            <a:r>
              <a:rPr lang="ar-EG" dirty="0"/>
              <a:t>			 </a:t>
            </a:r>
          </a:p>
        </p:txBody>
      </p:sp>
    </p:spTree>
    <p:extLst>
      <p:ext uri="{BB962C8B-B14F-4D97-AF65-F5344CB8AC3E}">
        <p14:creationId xmlns:p14="http://schemas.microsoft.com/office/powerpoint/2010/main" val="2943576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5106E8-F964-073B-66BD-76168A524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543" y="557281"/>
            <a:ext cx="6190034" cy="5264088"/>
          </a:xfrm>
        </p:spPr>
        <p:txBody>
          <a:bodyPr/>
          <a:lstStyle/>
          <a:p>
            <a:pPr algn="l"/>
            <a:r>
              <a:rPr lang="ar-EG" dirty="0"/>
              <a:t>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053E55-26A7-B8A6-C4FE-88983E901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48221"/>
            <a:ext cx="5392265" cy="53847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FDDC9F-B96D-DED0-842F-4ABF34C1667A}"/>
              </a:ext>
            </a:extLst>
          </p:cNvPr>
          <p:cNvSpPr txBox="1"/>
          <p:nvPr/>
        </p:nvSpPr>
        <p:spPr>
          <a:xfrm>
            <a:off x="460543" y="1685690"/>
            <a:ext cx="6118698" cy="424731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/>
              <a:t>1. Better Visually</a:t>
            </a:r>
          </a:p>
          <a:p>
            <a:endParaRPr lang="en-US" b="1" dirty="0"/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b="1" dirty="0"/>
              <a:t>2. Improved Readability &amp; Contrast</a:t>
            </a:r>
          </a:p>
          <a:p>
            <a:endParaRPr lang="en-US" b="1" dirty="0"/>
          </a:p>
          <a:p>
            <a:endParaRPr lang="en-US" dirty="0"/>
          </a:p>
          <a:p>
            <a:r>
              <a:rPr lang="en-US" b="1" dirty="0"/>
              <a:t>3. Clear Call to Action</a:t>
            </a:r>
          </a:p>
          <a:p>
            <a:endParaRPr lang="en-US" b="1" dirty="0"/>
          </a:p>
          <a:p>
            <a:endParaRPr lang="en-US" dirty="0"/>
          </a:p>
          <a:p>
            <a:r>
              <a:rPr lang="en-US" b="1" dirty="0"/>
              <a:t>4. Better User Guidance</a:t>
            </a:r>
          </a:p>
          <a:p>
            <a:endParaRPr lang="en-US" b="1" dirty="0"/>
          </a:p>
          <a:p>
            <a:endParaRPr lang="en-US" dirty="0"/>
          </a:p>
          <a:p>
            <a:r>
              <a:rPr lang="en-US" b="1" dirty="0"/>
              <a:t>5. Consistent &amp; Modern Design</a:t>
            </a:r>
          </a:p>
          <a:p>
            <a:endParaRPr lang="en-US" dirty="0"/>
          </a:p>
          <a:p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4278980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1698F-8582-5705-1BDE-21E4FC29A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52EAE2-B943-5254-3073-2089AB5B4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360" y="1392457"/>
            <a:ext cx="6190034" cy="4073085"/>
          </a:xfrm>
        </p:spPr>
        <p:txBody>
          <a:bodyPr/>
          <a:lstStyle/>
          <a:p>
            <a:pPr algn="l"/>
            <a:r>
              <a:rPr lang="en-US" b="1" dirty="0"/>
              <a:t>1. Clear Information Structure</a:t>
            </a:r>
            <a:endParaRPr lang="ar-EG" b="1" dirty="0"/>
          </a:p>
          <a:p>
            <a:pPr marL="457200" indent="-457200" algn="l">
              <a:buAutoNum type="arabicPeriod"/>
            </a:pPr>
            <a:endParaRPr lang="en-US" dirty="0"/>
          </a:p>
          <a:p>
            <a:pPr algn="l"/>
            <a:r>
              <a:rPr lang="en-US" b="1" dirty="0"/>
              <a:t>2. Better Readability</a:t>
            </a:r>
            <a:endParaRPr lang="ar-EG" b="1" dirty="0"/>
          </a:p>
          <a:p>
            <a:pPr algn="l"/>
            <a:endParaRPr lang="en-US" dirty="0"/>
          </a:p>
          <a:p>
            <a:pPr algn="l"/>
            <a:r>
              <a:rPr lang="en-US" b="1" dirty="0"/>
              <a:t>3. Clear Actions &amp; Interactivity</a:t>
            </a:r>
            <a:endParaRPr lang="ar-EG" b="1" dirty="0"/>
          </a:p>
          <a:p>
            <a:pPr algn="l"/>
            <a:endParaRPr lang="en-US" dirty="0"/>
          </a:p>
          <a:p>
            <a:pPr algn="l"/>
            <a:r>
              <a:rPr lang="en-US" b="1" dirty="0"/>
              <a:t>4. Modern &amp; User-Friendly Look</a:t>
            </a:r>
            <a:endParaRPr lang="en-US" dirty="0"/>
          </a:p>
          <a:p>
            <a:pPr algn="l"/>
            <a:endParaRPr lang="ar-E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1FD195-26D8-D430-2B0B-4D55EC966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733" y="321011"/>
            <a:ext cx="5381267" cy="559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171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08C64-4AD3-0FFA-ABC1-02C320464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BDE820-6312-B300-AFA3-2BB2656A9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994" y="1127696"/>
            <a:ext cx="6190034" cy="5264088"/>
          </a:xfrm>
        </p:spPr>
        <p:txBody>
          <a:bodyPr/>
          <a:lstStyle/>
          <a:p>
            <a:pPr marL="457200" indent="-457200" algn="l">
              <a:buAutoNum type="arabicPeriod"/>
            </a:pPr>
            <a:r>
              <a:rPr lang="en-US" b="1" dirty="0"/>
              <a:t>1. Clear Form Layout</a:t>
            </a:r>
            <a:endParaRPr lang="ar-EG" b="1" dirty="0"/>
          </a:p>
          <a:p>
            <a:pPr marL="457200" indent="-457200" algn="l">
              <a:buAutoNum type="arabicPeriod"/>
            </a:pPr>
            <a:endParaRPr lang="en-US" dirty="0"/>
          </a:p>
          <a:p>
            <a:pPr algn="l"/>
            <a:r>
              <a:rPr lang="en-US" b="1" dirty="0"/>
              <a:t>2. Better Readability &amp; Visibility</a:t>
            </a:r>
            <a:endParaRPr lang="ar-EG" b="1" dirty="0"/>
          </a:p>
          <a:p>
            <a:pPr algn="l"/>
            <a:endParaRPr lang="en-US" dirty="0"/>
          </a:p>
          <a:p>
            <a:pPr algn="l"/>
            <a:r>
              <a:rPr lang="en-US" b="1" dirty="0"/>
              <a:t>3. Improved Data Entry Experience</a:t>
            </a:r>
            <a:endParaRPr lang="ar-EG" b="1" dirty="0"/>
          </a:p>
          <a:p>
            <a:pPr algn="l"/>
            <a:endParaRPr lang="en-US" dirty="0"/>
          </a:p>
          <a:p>
            <a:pPr algn="l"/>
            <a:r>
              <a:rPr lang="en-US" b="1" dirty="0"/>
              <a:t>4. Reduced User Errors</a:t>
            </a:r>
            <a:endParaRPr lang="ar-EG" b="1" dirty="0"/>
          </a:p>
          <a:p>
            <a:pPr algn="l"/>
            <a:endParaRPr lang="en-US" dirty="0"/>
          </a:p>
          <a:p>
            <a:pPr algn="l"/>
            <a:r>
              <a:rPr lang="en-US" b="1" dirty="0"/>
              <a:t>5. Clear Actions</a:t>
            </a:r>
            <a:endParaRPr lang="en-US" dirty="0"/>
          </a:p>
          <a:p>
            <a:pPr algn="l"/>
            <a:endParaRPr lang="ar-E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126682-DA3B-4500-6EF5-86A2B470A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037" y="250258"/>
            <a:ext cx="5269300" cy="581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37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6217A-1764-0D45-2C3A-540786793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404BE4-6932-2DDF-5E44-476D06C73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0543" y="1442498"/>
            <a:ext cx="6190034" cy="5264088"/>
          </a:xfrm>
        </p:spPr>
        <p:txBody>
          <a:bodyPr/>
          <a:lstStyle/>
          <a:p>
            <a:pPr marL="457200" indent="-457200" algn="l">
              <a:buAutoNum type="arabicPeriod"/>
            </a:pPr>
            <a:r>
              <a:rPr lang="en-US" b="1" dirty="0"/>
              <a:t>1. Better Information Layout</a:t>
            </a:r>
          </a:p>
          <a:p>
            <a:pPr marL="457200" indent="-457200" algn="l">
              <a:buAutoNum type="arabicPeriod"/>
            </a:pPr>
            <a:r>
              <a:rPr lang="en-US" b="1" dirty="0"/>
              <a:t> </a:t>
            </a:r>
          </a:p>
          <a:p>
            <a:pPr marL="457200" indent="-457200" algn="l">
              <a:buAutoNum type="arabicPeriod"/>
            </a:pPr>
            <a:r>
              <a:rPr lang="en-US" b="1" dirty="0"/>
              <a:t>2. Improved Readability &amp; Focus</a:t>
            </a:r>
          </a:p>
          <a:p>
            <a:pPr marL="457200" indent="-457200" algn="l">
              <a:buAutoNum type="arabicPeriod"/>
            </a:pPr>
            <a:endParaRPr lang="en-US" dirty="0"/>
          </a:p>
          <a:p>
            <a:pPr algn="l"/>
            <a:r>
              <a:rPr lang="en-US" b="1" dirty="0"/>
              <a:t>3. Clear Separation Between Tickets</a:t>
            </a:r>
            <a:endParaRPr lang="ar-EG" b="1" dirty="0"/>
          </a:p>
          <a:p>
            <a:pPr algn="l"/>
            <a:endParaRPr lang="en-US" dirty="0"/>
          </a:p>
          <a:p>
            <a:pPr algn="l"/>
            <a:r>
              <a:rPr lang="en-US" b="1" dirty="0"/>
              <a:t>4. Clear Actions &amp; Icons</a:t>
            </a:r>
            <a:endParaRPr lang="ar-EG" b="1" dirty="0"/>
          </a:p>
          <a:p>
            <a:pPr algn="l"/>
            <a:endParaRPr lang="en-US" dirty="0"/>
          </a:p>
          <a:p>
            <a:pPr algn="l"/>
            <a:endParaRPr lang="ar-E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96DEAB-CE45-BEF0-1EC3-A1B6502C7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1" t="4414" r="4200" b="4967"/>
          <a:stretch>
            <a:fillRect/>
          </a:stretch>
        </p:blipFill>
        <p:spPr>
          <a:xfrm>
            <a:off x="7091463" y="548363"/>
            <a:ext cx="4873558" cy="540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400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57CF1-AD7A-36E0-84F1-6201147A8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68FC921-D459-A7B9-5C76-5C639C5E9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8" y="1238218"/>
            <a:ext cx="6190034" cy="5264088"/>
          </a:xfrm>
        </p:spPr>
        <p:txBody>
          <a:bodyPr/>
          <a:lstStyle/>
          <a:p>
            <a:pPr marL="457200" indent="-457200" algn="l">
              <a:buAutoNum type="arabicPeriod"/>
            </a:pPr>
            <a:r>
              <a:rPr lang="en-US" b="1" dirty="0"/>
              <a:t>1. Better Visual Clarity</a:t>
            </a:r>
          </a:p>
          <a:p>
            <a:pPr marL="457200" indent="-457200" algn="l">
              <a:buAutoNum type="arabicPeriod"/>
            </a:pPr>
            <a:endParaRPr lang="ar-EG" b="1" dirty="0"/>
          </a:p>
          <a:p>
            <a:pPr algn="l"/>
            <a:r>
              <a:rPr lang="en-US" b="1" dirty="0"/>
              <a:t>2. Improved Information Layout</a:t>
            </a:r>
          </a:p>
          <a:p>
            <a:pPr algn="l"/>
            <a:endParaRPr lang="ar-EG" b="1" dirty="0"/>
          </a:p>
          <a:p>
            <a:pPr algn="l"/>
            <a:r>
              <a:rPr lang="en-US" b="1" dirty="0"/>
              <a:t>3. Lower Cognitive Load</a:t>
            </a:r>
            <a:br>
              <a:rPr lang="en-US" b="1" dirty="0"/>
            </a:br>
            <a:endParaRPr lang="en-US" b="1" dirty="0"/>
          </a:p>
          <a:p>
            <a:pPr algn="l"/>
            <a:r>
              <a:rPr lang="en-US" b="1" dirty="0"/>
              <a:t>4. Modern and Consistent Design</a:t>
            </a:r>
            <a:br>
              <a:rPr lang="en-US" dirty="0"/>
            </a:br>
            <a:br>
              <a:rPr lang="en-US" dirty="0"/>
            </a:br>
            <a:endParaRPr lang="ar-E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2AE0A0-FED4-C191-0C13-29F82D573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89" y="570321"/>
            <a:ext cx="5085337" cy="537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87892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71</TotalTime>
  <Words>176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Gill Sans MT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عبدالله الصاوى اسماعيل محمد البدي</dc:creator>
  <cp:lastModifiedBy>عبدالله الصاوى اسماعيل محمد البدي</cp:lastModifiedBy>
  <cp:revision>1</cp:revision>
  <dcterms:created xsi:type="dcterms:W3CDTF">2025-12-18T20:02:39Z</dcterms:created>
  <dcterms:modified xsi:type="dcterms:W3CDTF">2025-12-18T21:13:56Z</dcterms:modified>
</cp:coreProperties>
</file>